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Quarterly Business Review</a:t>
            </a:r>
          </a:p>
          <a:p>
            <a:pPr>
              <a:spcBef>
                <a:spcPts val="1400"/>
              </a:spcBef>
              <a:defRPr sz="2000">
                <a:solidFill>
                  <a:srgbClr val="F06550"/>
                </a:solidFill>
              </a:defRPr>
            </a:pPr>
            <a:r>
              <a:t>Strategic Growth, Market Insights &amp; Financial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4630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Regional Financial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 Revenue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 Growth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North America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$14,250,000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+18.4%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Exceeding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Europe &amp; UK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$9,840,000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+12.1%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Asia Pacific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$18,920,000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+29.7%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Market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